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Chatbot using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simple NLP-based chatbot project</a:t>
            </a:r>
          </a:p>
          <a:p>
            <a:r>
              <a:t>Developed using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chatbot is a program that simulates human conversation.</a:t>
            </a:r>
          </a:p>
          <a:p>
            <a:r>
              <a:t>This project uses basic NLP techniques.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build a simple chatbot that can respond to user queries using predefined logic.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Basic NLP</a:t>
            </a:r>
          </a:p>
          <a:p>
            <a:r>
              <a:t>VS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inputs a query</a:t>
            </a:r>
          </a:p>
          <a:p>
            <a:r>
              <a:t>Program processes text</a:t>
            </a:r>
          </a:p>
          <a:p>
            <a:r>
              <a:t>Matches with predefined responses</a:t>
            </a:r>
          </a:p>
          <a:p>
            <a:r>
              <a:t>Returns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and easy to use</a:t>
            </a:r>
          </a:p>
          <a:p>
            <a:r>
              <a:t>Handles basic conversations</a:t>
            </a:r>
          </a:p>
          <a:p>
            <a:r>
              <a:t>Fast response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if-else conditions</a:t>
            </a:r>
          </a:p>
          <a:p>
            <a:r>
              <a:t>String matching for inputs</a:t>
            </a:r>
          </a:p>
          <a:p>
            <a:r>
              <a:t>Predefined responses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User: Hello</a:t>
            </a:r>
          </a:p>
          <a:p>
            <a:r>
              <a:t>Bot: Hi, how can I help you?</a:t>
            </a:r>
          </a:p>
          <a:p>
            <a:r>
              <a:t>User: Bye</a:t>
            </a:r>
          </a:p>
          <a:p>
            <a:r>
              <a:t>Bot: Goodbye!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Limited understanding</a:t>
            </a:r>
          </a:p>
          <a:p>
            <a:r>
              <a:t>No deep learning</a:t>
            </a:r>
          </a:p>
          <a:p>
            <a:r>
              <a:t>Works only for predefined inputs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ML models</a:t>
            </a:r>
          </a:p>
          <a:p>
            <a:r>
              <a:t>Improve NLP</a:t>
            </a:r>
          </a:p>
          <a:p>
            <a:r>
              <a:t>Make it more interactive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basic chatbot development using Python and NLP.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